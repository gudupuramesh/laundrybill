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1B61E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383280"/>
            <a:ext cx="3840480" cy="3840480"/>
          </a:xfrm>
          <a:prstGeom prst="ellipse">
            <a:avLst/>
          </a:prstGeom>
          <a:solidFill>
            <a:srgbClr val="0FB57A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71600"/>
            <a:ext cx="1097280" cy="1097280"/>
          </a:xfrm>
          <a:prstGeom prst="roundRect">
            <a:avLst>
              <a:gd name="adj" fmla="val 26000"/>
            </a:avLst>
          </a:prstGeom>
          <a:solidFill>
            <a:srgbClr val="1B61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165689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Laundry Bill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7724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&amp; Manager for Laundry, Dry-Clean &amp; Ironing Businesses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4297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laundry business from your pocket — for single shops and growing chains.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21208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330952"/>
            <a:ext cx="310896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5212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383280" y="52120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5330952"/>
            <a:ext cx="310896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77640" y="5212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a laundry shop on paper is costing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FDEC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288" y="2256008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&amp; messy records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slips and registers get lost, smudged or mixed up — orders fall through the cracks.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2084832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FDEC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768" y="2256008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order tracking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3659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view of what's pending, ready or delivered. Customers call to ask, you scramble.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77072" y="2084832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FDEC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248" y="2256008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leaks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7707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dues, cash and expenses. Hard to know what you actually earned today.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395728" y="3977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651760" y="4233672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FDECE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936" y="4404848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47288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blind spots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651760" y="493776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way to track attendance or who handled which order.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36208" y="3977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92240" y="4233672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FDECE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416" y="4404848"/>
            <a:ext cx="316017" cy="3160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87768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insight to grow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492240" y="493776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reports you can't see your best customers, busy days or real profit.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Bill  ·  laundrybill.com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840480"/>
            <a:ext cx="4572000" cy="4572000"/>
          </a:xfrm>
          <a:prstGeom prst="ellipse">
            <a:avLst/>
          </a:prstGeom>
          <a:solidFill>
            <a:srgbClr val="1B61E5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554480"/>
            <a:ext cx="960120" cy="960120"/>
          </a:xfrm>
          <a:prstGeom prst="roundRect">
            <a:avLst>
              <a:gd name="adj" fmla="val 26000"/>
            </a:avLst>
          </a:prstGeom>
          <a:solidFill>
            <a:srgbClr val="0FB57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180411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3063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app. Your entire laundry business.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" y="4572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orders, customers, staff, expenses and reports — organised in one place, synced to the cloud, on iPhone and Android.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way laundry shops actually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657600" cy="1444752"/>
          </a:xfrm>
          <a:prstGeom prst="roundRect">
            <a:avLst>
              <a:gd name="adj" fmla="val 6329"/>
            </a:avLst>
          </a:prstGeom>
          <a:solidFill>
            <a:srgbClr val="EEF4FF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19072"/>
            <a:ext cx="676656" cy="676656"/>
          </a:xfrm>
          <a:prstGeom prst="roundRect">
            <a:avLst>
              <a:gd name="adj" fmla="val 26000"/>
            </a:avLst>
          </a:prstGeom>
          <a:solidFill>
            <a:srgbClr val="1B61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755" y="1895003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373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Billing &amp; POS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395728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bill in seconds; share it on WhatsApp.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43984" y="1481328"/>
            <a:ext cx="3657600" cy="1444752"/>
          </a:xfrm>
          <a:prstGeom prst="roundRect">
            <a:avLst>
              <a:gd name="adj" fmla="val 6329"/>
            </a:avLst>
          </a:prstGeom>
          <a:solidFill>
            <a:srgbClr val="EEF4FF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81728" y="1719072"/>
            <a:ext cx="676656" cy="676656"/>
          </a:xfrm>
          <a:prstGeom prst="roundRect">
            <a:avLst>
              <a:gd name="adj" fmla="val 26000"/>
            </a:avLst>
          </a:prstGeom>
          <a:solidFill>
            <a:srgbClr val="1B61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659" y="1895003"/>
            <a:ext cx="324795" cy="324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95544" y="17373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Tracking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00016" y="2395728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to delivery with clear statuses.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47888" y="1481328"/>
            <a:ext cx="3657600" cy="1444752"/>
          </a:xfrm>
          <a:prstGeom prst="roundRect">
            <a:avLst>
              <a:gd name="adj" fmla="val 6329"/>
            </a:avLst>
          </a:prstGeom>
          <a:solidFill>
            <a:srgbClr val="EEF4FF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85632" y="1719072"/>
            <a:ext cx="676656" cy="676656"/>
          </a:xfrm>
          <a:prstGeom prst="roundRect">
            <a:avLst>
              <a:gd name="adj" fmla="val 26000"/>
            </a:avLst>
          </a:prstGeom>
          <a:solidFill>
            <a:srgbClr val="1B61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563" y="1895003"/>
            <a:ext cx="324795" cy="3247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99448" y="17373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Code Tags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03920" y="2395728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bag to find its order instantly.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072384"/>
            <a:ext cx="3657600" cy="1444752"/>
          </a:xfrm>
          <a:prstGeom prst="roundRect">
            <a:avLst>
              <a:gd name="adj" fmla="val 6329"/>
            </a:avLst>
          </a:prstGeom>
          <a:solidFill>
            <a:srgbClr val="EEF4FF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77824" y="3310128"/>
            <a:ext cx="676656" cy="676656"/>
          </a:xfrm>
          <a:prstGeom prst="roundRect">
            <a:avLst>
              <a:gd name="adj" fmla="val 26000"/>
            </a:avLst>
          </a:prstGeom>
          <a:solidFill>
            <a:srgbClr val="0FB57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755" y="3486059"/>
            <a:ext cx="324795" cy="3247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332841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6112" y="3986784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history, dues, one-tap call &amp; WhatsApp.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43984" y="3072384"/>
            <a:ext cx="3657600" cy="1444752"/>
          </a:xfrm>
          <a:prstGeom prst="roundRect">
            <a:avLst>
              <a:gd name="adj" fmla="val 6329"/>
            </a:avLst>
          </a:prstGeom>
          <a:solidFill>
            <a:srgbClr val="EEF4FF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81728" y="3310128"/>
            <a:ext cx="676656" cy="676656"/>
          </a:xfrm>
          <a:prstGeom prst="roundRect">
            <a:avLst>
              <a:gd name="adj" fmla="val 26000"/>
            </a:avLst>
          </a:prstGeom>
          <a:solidFill>
            <a:srgbClr val="0FB57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659" y="3486059"/>
            <a:ext cx="324795" cy="3247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95544" y="332841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&amp; Items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00016" y="3986784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services, items and pricing.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47888" y="3072384"/>
            <a:ext cx="3657600" cy="1444752"/>
          </a:xfrm>
          <a:prstGeom prst="roundRect">
            <a:avLst>
              <a:gd name="adj" fmla="val 6329"/>
            </a:avLst>
          </a:prstGeom>
          <a:solidFill>
            <a:srgbClr val="EEF4FF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85632" y="3310128"/>
            <a:ext cx="676656" cy="676656"/>
          </a:xfrm>
          <a:prstGeom prst="roundRect">
            <a:avLst>
              <a:gd name="adj" fmla="val 26000"/>
            </a:avLst>
          </a:prstGeom>
          <a:solidFill>
            <a:srgbClr val="0FB57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1563" y="3486059"/>
            <a:ext cx="324795" cy="3247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99448" y="332841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&amp; Attendance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03920" y="3986784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staff; tap to mark daily attendance.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0080" y="4663440"/>
            <a:ext cx="3657600" cy="1444752"/>
          </a:xfrm>
          <a:prstGeom prst="roundRect">
            <a:avLst>
              <a:gd name="adj" fmla="val 6329"/>
            </a:avLst>
          </a:prstGeom>
          <a:solidFill>
            <a:srgbClr val="EEF4FF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77824" y="4901184"/>
            <a:ext cx="676656" cy="676656"/>
          </a:xfrm>
          <a:prstGeom prst="roundRect">
            <a:avLst>
              <a:gd name="adj" fmla="val 26000"/>
            </a:avLst>
          </a:prstGeom>
          <a:solidFill>
            <a:srgbClr val="F59E0B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755" y="5077115"/>
            <a:ext cx="324795" cy="32479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91640" y="49194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Expenses &amp; Reports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896112" y="5577840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Collections, income and daily profit.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443984" y="4663440"/>
            <a:ext cx="3657600" cy="1444752"/>
          </a:xfrm>
          <a:prstGeom prst="roundRect">
            <a:avLst>
              <a:gd name="adj" fmla="val 6329"/>
            </a:avLst>
          </a:prstGeom>
          <a:solidFill>
            <a:srgbClr val="EEF4FF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681728" y="4901184"/>
            <a:ext cx="676656" cy="676656"/>
          </a:xfrm>
          <a:prstGeom prst="roundRect">
            <a:avLst>
              <a:gd name="adj" fmla="val 26000"/>
            </a:avLst>
          </a:prstGeom>
          <a:solidFill>
            <a:srgbClr val="F59E0B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659" y="5077115"/>
            <a:ext cx="324795" cy="32479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495544" y="49194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Receipts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4700016" y="5577840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bills &amp; 'order ready' updates.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247888" y="4663440"/>
            <a:ext cx="3657600" cy="1444752"/>
          </a:xfrm>
          <a:prstGeom prst="roundRect">
            <a:avLst>
              <a:gd name="adj" fmla="val 6329"/>
            </a:avLst>
          </a:prstGeom>
          <a:solidFill>
            <a:srgbClr val="EEF4FF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485632" y="4901184"/>
            <a:ext cx="676656" cy="676656"/>
          </a:xfrm>
          <a:prstGeom prst="roundRect">
            <a:avLst>
              <a:gd name="adj" fmla="val 26000"/>
            </a:avLst>
          </a:prstGeom>
          <a:solidFill>
            <a:srgbClr val="F59E0B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1563" y="5077115"/>
            <a:ext cx="324795" cy="32479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299448" y="49194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Languages</a:t>
            </a:r>
            <a:endParaRPr lang="en-US" sz="1450" dirty="0"/>
          </a:p>
        </p:txBody>
      </p:sp>
      <p:sp>
        <p:nvSpPr>
          <p:cNvPr id="48" name="Text 37"/>
          <p:cNvSpPr/>
          <p:nvPr/>
        </p:nvSpPr>
        <p:spPr>
          <a:xfrm>
            <a:off x="8503920" y="5577840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Hindi, Tamil, Telugu &amp; more.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Bill  ·  laundrybill.com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IN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and running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514600"/>
            <a:ext cx="1005840" cy="1005840"/>
          </a:xfrm>
          <a:prstGeom prst="ellipse">
            <a:avLst/>
          </a:prstGeom>
          <a:solidFill>
            <a:srgbClr val="1B61E5"/>
          </a:solidFill>
          <a:ln/>
        </p:spPr>
      </p:sp>
      <p:sp>
        <p:nvSpPr>
          <p:cNvPr id="6" name="Text 4"/>
          <p:cNvSpPr/>
          <p:nvPr/>
        </p:nvSpPr>
        <p:spPr>
          <a:xfrm>
            <a:off x="203454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5156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your shop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app, sign in, and add your shop, services and prices.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15968" y="32004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66460" y="2514600"/>
            <a:ext cx="1005840" cy="1005840"/>
          </a:xfrm>
          <a:prstGeom prst="ellipse">
            <a:avLst/>
          </a:prstGeom>
          <a:solidFill>
            <a:srgbClr val="1B61E5"/>
          </a:solidFill>
          <a:ln/>
        </p:spPr>
      </p:sp>
      <p:sp>
        <p:nvSpPr>
          <p:cNvPr id="12" name="Text 10"/>
          <p:cNvSpPr/>
          <p:nvPr/>
        </p:nvSpPr>
        <p:spPr>
          <a:xfrm>
            <a:off x="596646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98348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 &amp; track orders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0" y="4160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bills in seconds, tag bags with QR codes and track every order.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47888" y="32004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641080" y="21031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898380" y="2514600"/>
            <a:ext cx="1005840" cy="1005840"/>
          </a:xfrm>
          <a:prstGeom prst="ellipse">
            <a:avLst/>
          </a:prstGeom>
          <a:solidFill>
            <a:srgbClr val="0FB57A"/>
          </a:solidFill>
          <a:ln/>
        </p:spPr>
      </p:sp>
      <p:sp>
        <p:nvSpPr>
          <p:cNvPr id="18" name="Text 16"/>
          <p:cNvSpPr/>
          <p:nvPr/>
        </p:nvSpPr>
        <p:spPr>
          <a:xfrm>
            <a:off x="989838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91540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 &amp; grow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61120" y="4160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staff &amp; attendance, log expenses, and watch your profit grow.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Bill  ·  laundrybill.com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2233D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1B61E5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6868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1B61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single laundry shop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58368" y="40233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paper register and run the whole counter from your phone.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326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 &amp; deliver faster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212080" y="127101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order, print/share the bill, and mark it ready or delivered in seconds.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5856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208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lose an order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212080" y="259689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is saved and searchable; scan the QR tag to find any bag.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58444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1208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paid in full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5212080" y="392277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dues per customer and follow up on WhatsApp in one tap.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910328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12080" y="4846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your numbers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5212080" y="524865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today's collection, expenses and profit without a calculator.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Bill  ·  laundrybill.com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0FB57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6868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0FB57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E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laundry chain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58368" y="3840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operations and scale across outlets, staff and a central plant.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868680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0FB57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791" y="1025591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8503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staff logins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5532120" y="125272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Admin, Staff and Plant-operator logins so each person sees only what they need.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754880" y="2194560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0FB57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791" y="2351471"/>
            <a:ext cx="289682" cy="2896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32120" y="217627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 &amp; processing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5532120" y="257860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garments to a central processing plant and track them through each stage.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754880" y="3520440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0FB57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791" y="3677351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350215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Pickups &amp; deliveries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5532120" y="390448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pickups and public bookings bring orders in from every channel.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754880" y="4846320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0FB57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791" y="5003231"/>
            <a:ext cx="289682" cy="28968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32120" y="482803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Consolidated reporting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5532120" y="523036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collections, expenses, payroll and profit to manage the whole operation.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Bill  ·  laundrybill.com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EVERY DEVICE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iPhone, Android &amp; the web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orders, customers and staff stay in sync in the cloud — run your shop from the counter or on the 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926080"/>
            <a:ext cx="1097280" cy="1097280"/>
          </a:xfrm>
          <a:prstGeom prst="roundRect">
            <a:avLst>
              <a:gd name="adj" fmla="val 26000"/>
            </a:avLst>
          </a:prstGeom>
          <a:solidFill>
            <a:srgbClr val="1223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4113" y="321137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App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97280" y="4617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&amp; iPad. On the App Store.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246888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20740" y="2926080"/>
            <a:ext cx="1097280" cy="1097280"/>
          </a:xfrm>
          <a:prstGeom prst="roundRect">
            <a:avLst>
              <a:gd name="adj" fmla="val 26000"/>
            </a:avLst>
          </a:prstGeom>
          <a:solidFill>
            <a:srgbClr val="0FB57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033" y="321137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App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029200" y="4617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&amp; tablets. On Google Play.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641080" y="246888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852660" y="2926080"/>
            <a:ext cx="1097280" cy="1097280"/>
          </a:xfrm>
          <a:prstGeom prst="roundRect">
            <a:avLst>
              <a:gd name="adj" fmla="val 26000"/>
            </a:avLst>
          </a:prstGeom>
          <a:solidFill>
            <a:srgbClr val="1B61E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953" y="321137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Admin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961120" y="4617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settings, plans &amp; support.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Bill  ·  laundrybill.com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free. Upgrade when you grow.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280160" y="1828800"/>
            <a:ext cx="4480560" cy="4023360"/>
          </a:xfrm>
          <a:prstGeom prst="roundRect">
            <a:avLst>
              <a:gd name="adj" fmla="val 3182"/>
            </a:avLst>
          </a:prstGeom>
          <a:solidFill>
            <a:srgbClr val="EEF4FF"/>
          </a:solidFill>
          <a:ln w="19050">
            <a:solidFill>
              <a:srgbClr val="E2E9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2743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3736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— the essentials</a:t>
            </a:r>
            <a:endParaRPr lang="en-US" sz="1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420624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4133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order tracking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466344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4590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512064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48840" y="5047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&amp; basic reports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0" y="1828800"/>
            <a:ext cx="448056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31750">
            <a:solidFill>
              <a:srgbClr val="1B61E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686800" y="1627632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B61E5"/>
          </a:solidFill>
          <a:ln/>
        </p:spPr>
      </p:sp>
      <p:sp>
        <p:nvSpPr>
          <p:cNvPr id="16" name="Text 11"/>
          <p:cNvSpPr/>
          <p:nvPr/>
        </p:nvSpPr>
        <p:spPr>
          <a:xfrm>
            <a:off x="8686800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85800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858000" y="2743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₹499</a:t>
            </a:r>
            <a:pPr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/ month</a:t>
            </a:r>
            <a:endParaRPr lang="en-US" sz="4000" dirty="0"/>
          </a:p>
        </p:txBody>
      </p:sp>
      <p:sp>
        <p:nvSpPr>
          <p:cNvPr id="19" name="Text 14"/>
          <p:cNvSpPr/>
          <p:nvPr/>
        </p:nvSpPr>
        <p:spPr>
          <a:xfrm>
            <a:off x="685800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₹4,999 / year — save more</a:t>
            </a:r>
            <a:endParaRPr lang="en-US" sz="12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20624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4133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orders</a:t>
            </a:r>
            <a:endParaRPr lang="en-US" sz="13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6634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4590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tags, WhatsApp &amp; tracking link</a:t>
            </a:r>
            <a:endParaRPr lang="en-US" sz="13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5120640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69480" y="5047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attendance &amp; advanced reports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1280160" y="60167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plans available for chains with plant processing, drivers, multi-staff &amp; public bookings.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Bill  ·  laundrybill.com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LAUNDRY BILL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paperwork. More profit.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6032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1B61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27980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657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hours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43000" y="4114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tracking and reports that used to take all day — done in seconds.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21488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74920" y="256032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0FB57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27980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4920" y="3657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leakage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074920" y="4114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order, due and expense so money stops slipping away.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641080" y="21488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E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006840" y="256032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584" y="27980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3657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with data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006840" y="4114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best customers, busy days and true profit — and act on it.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Bill  ·  laundrybill.com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4572000" cy="4572000"/>
          </a:xfrm>
          <a:prstGeom prst="ellipse">
            <a:avLst/>
          </a:prstGeom>
          <a:solidFill>
            <a:srgbClr val="0FB57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B61E5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80160"/>
            <a:ext cx="960120" cy="960120"/>
          </a:xfrm>
          <a:prstGeom prst="roundRect">
            <a:avLst>
              <a:gd name="adj" fmla="val 26000"/>
            </a:avLst>
          </a:prstGeom>
          <a:solidFill>
            <a:srgbClr val="1B61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15297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ditch the paper register?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download. Easy to start. Built for laundry shops and chains.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389120"/>
            <a:ext cx="246888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507992"/>
            <a:ext cx="329184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438912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4389120"/>
            <a:ext cx="2651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4526280"/>
            <a:ext cx="310896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69080" y="438912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laundrybill.com   ·   support@laundrybill.com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Laundry Bill — POS &amp; Manager</dc:title>
  <dc:subject>PptxGenJS Presentation</dc:subject>
  <dc:creator>Laundry Bill</dc:creator>
  <cp:lastModifiedBy>Laundry Bill</cp:lastModifiedBy>
  <cp:revision>1</cp:revision>
  <dcterms:created xsi:type="dcterms:W3CDTF">2026-06-15T06:11:44Z</dcterms:created>
  <dcterms:modified xsi:type="dcterms:W3CDTF">2026-06-15T06:11:44Z</dcterms:modified>
</cp:coreProperties>
</file>